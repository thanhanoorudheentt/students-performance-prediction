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Performance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Predictor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Pass / Fail Prediction · Streamlit App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560320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their term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143000"/>
            <a:ext cx="2560320" cy="25603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2801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Early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91840" y="25146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outcomes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143000"/>
            <a:ext cx="2560320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2801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126480" y="25146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tools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schools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at-risk students early gives educators time to intervene.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&amp;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Student Performance dataset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 students · Math course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target: Pass (G3 ≥ 10) / Fail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input features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005840"/>
            <a:ext cx="38404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0" y="14447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Sex · Address · Family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2240280"/>
            <a:ext cx="3840480" cy="10058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26791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G1 &amp; G2 · Failures · Study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3474720"/>
            <a:ext cx="38404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520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Lifestyle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39136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· Alcohol · Free time · Health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Engineering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Creation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594360"/>
          </a:xfrm>
          <a:prstGeom prst="rect">
            <a:avLst/>
          </a:prstGeom>
          <a:solidFill>
            <a:srgbClr val="0A154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'Pass'  if  G3 ≥ 10  else  'Fail'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02336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762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G3 dropped to prevent data leakage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402336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70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LabelEncoder: Fail → 0 · Pass →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402336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649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G1, G2 retained as legitimate predictors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40233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508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(22 cols)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81051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StandardScaler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4023360" cy="10058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697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(10 cols)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9992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OneHotEncoder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(handle_unknown='ignore')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840480"/>
            <a:ext cx="4023360" cy="10058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886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output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18795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ColumnTransformer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Pipeline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2834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E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Regression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Fast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2834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188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E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91840" y="2880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· Depth 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560320" cy="28346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188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Gradient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Boosting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26480" y="2880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 · Ensemble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saved to  models/best_model.pkl  via joblib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Evaluation — Confusion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19202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~90%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4813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50592" y="960120"/>
            <a:ext cx="1920240" cy="9144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0592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~91%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450592" y="14813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26864" y="960120"/>
            <a:ext cx="192024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~94%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26864" y="14813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03136" y="960120"/>
            <a:ext cx="19202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03136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~92%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03136" y="14813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Pass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3774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Fail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1720" y="2377440"/>
            <a:ext cx="173736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2423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31720" y="2788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~22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4160520" y="2377440"/>
            <a:ext cx="173736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2423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60520" y="2788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Pass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31720" y="3520440"/>
            <a:ext cx="173736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31720" y="3566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331720" y="3931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4160520" y="3520440"/>
            <a:ext cx="1737360" cy="10058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3566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60520" y="3931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~49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12648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on 79-sample test set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2514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2514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Pass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304495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75120" y="3044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Fail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26480" y="357530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357530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Pass, actually Fail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26480" y="410565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75120" y="410565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Fail, actually Pass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Explainability — LIME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8755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(Local Interpretable Model-agnostic Explanations) explains individual predictions by perturbing the input and fitting a local linear model around each sample.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73352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num__G2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0" y="1709928"/>
            <a:ext cx="4169664" cy="2103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72984" y="1673352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num__G1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2048256"/>
            <a:ext cx="2962656" cy="2103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5976" y="2011680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5000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num__failures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2386584"/>
            <a:ext cx="1975104" cy="2103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78424" y="2350008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68833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num__absences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2724912"/>
            <a:ext cx="1316736" cy="2103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0056" y="2688336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026664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cat__higher_yes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3063240"/>
            <a:ext cx="987552" cy="2103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302666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364992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num__studytime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3401568"/>
            <a:ext cx="768096" cy="2103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71416" y="3364992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703320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cat__schoolsup_no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3739896"/>
            <a:ext cx="658368" cy="2103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61688" y="3703320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04164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num__Medu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0" y="4078224"/>
            <a:ext cx="548640" cy="2103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4041648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37997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num__goout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4416552"/>
            <a:ext cx="438912" cy="2103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42232" y="4379976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718304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num__Dalc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0" y="4754880"/>
            <a:ext cx="329184" cy="2103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32504" y="471830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4480560"/>
            <a:ext cx="182880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21424" y="44531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toward Pass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4754880"/>
            <a:ext cx="182880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1424" y="47274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toward Fail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 App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solidFill>
            <a:srgbClr val="F0F4FF"/>
          </a:solidFill>
          <a:ln w="19050">
            <a:solidFill>
              <a:srgbClr val="D6E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Sidebar 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32 student features — sliders, dropdowns, and toggles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143000"/>
            <a:ext cx="3931920" cy="1463040"/>
          </a:xfrm>
          <a:prstGeom prst="rect">
            <a:avLst/>
          </a:prstGeom>
          <a:solidFill>
            <a:srgbClr val="F0F4FF"/>
          </a:solidFill>
          <a:ln w="19050">
            <a:solidFill>
              <a:srgbClr val="D6E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🔮  Instant Prediction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result with per-class probabilities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931920" cy="1463040"/>
          </a:xfrm>
          <a:prstGeom prst="rect">
            <a:avLst/>
          </a:prstGeom>
          <a:solidFill>
            <a:srgbClr val="F0F4FF"/>
          </a:solidFill>
          <a:ln w="19050">
            <a:solidFill>
              <a:srgbClr val="D6E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Confidence Chart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 showing model certainty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834640"/>
            <a:ext cx="3931920" cy="1463040"/>
          </a:xfrm>
          <a:prstGeom prst="rect">
            <a:avLst/>
          </a:prstGeom>
          <a:solidFill>
            <a:srgbClr val="F0F4FF"/>
          </a:solidFill>
          <a:ln w="19050">
            <a:solidFill>
              <a:srgbClr val="D6E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📄  Input Summary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33375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table of all entered values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Run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activate virtual environment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1463040"/>
            <a:ext cx="7315200" cy="502920"/>
          </a:xfrm>
          <a:prstGeom prst="rect">
            <a:avLst/>
          </a:prstGeom>
          <a:solidFill>
            <a:srgbClr val="0A154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49047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venv &amp;&amp; source venv/bin/activate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2651760"/>
            <a:ext cx="7315200" cy="502920"/>
          </a:xfrm>
          <a:prstGeom prst="rect">
            <a:avLst/>
          </a:prstGeom>
          <a:solidFill>
            <a:srgbClr val="0A154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67919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app → open localhost:8501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88720" y="3840480"/>
            <a:ext cx="7315200" cy="502920"/>
          </a:xfrm>
          <a:prstGeom prst="rect">
            <a:avLst/>
          </a:prstGeom>
          <a:solidFill>
            <a:srgbClr val="0A154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386791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Predictor</dc:title>
  <dc:subject>PptxGenJS Presentation</dc:subject>
  <dc:creator>PptxGenJS</dc:creator>
  <cp:lastModifiedBy>PptxGenJS</cp:lastModifiedBy>
  <cp:revision>1</cp:revision>
  <dcterms:created xsi:type="dcterms:W3CDTF">2026-05-14T06:22:05Z</dcterms:created>
  <dcterms:modified xsi:type="dcterms:W3CDTF">2026-05-14T06:22:05Z</dcterms:modified>
</cp:coreProperties>
</file>